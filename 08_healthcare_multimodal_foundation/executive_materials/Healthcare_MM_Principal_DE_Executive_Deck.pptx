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Healthcare Multimodal Foundation Model System V2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Principal Data Engineer 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Healthcare AI requires integrated EHR, notes, vitals, labs, and imaging signals.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Platform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S3 lakehouse, Glue ETL, FHIR-style contracts, gold patient encounter 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Multimodal AI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ClinicalBERT, Vision Transformer, time-series encoder, tabular encoder, fusion transformer.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Principal Data Engineering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contracts, quality gates, security, lineage, feature reproducibility, MLOps.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Glue, SageMaker, Model Registry, ECR, CloudWatch, Terraform, Step Functions.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PII hashing, auditability, monitoring, model card, fairness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Narrative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data foundation for regulated healthcare multimodal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