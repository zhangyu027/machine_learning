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3"/>
                </a:solidFill>
              </a:rPr>
              <a:t>Pharmaceutical GenAI Drug Discovery V3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18105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Enterprise AI platform for ADMET, toxicity, reliability, graph molecular modeling, literature RAG, and deployable MLOps.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560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962FF"/>
          </a:solidFill>
          <a:ln w="12700">
            <a:solidFill>
              <a:srgbClr val="296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6517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GNN-ready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7BEBB"/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65176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ADMET + Toxicity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33088" y="25603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265176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Uncertainty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42432" y="2560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26517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 + MLOps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0" y="9144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1243D"/>
          </a:solidFill>
          <a:ln w="12700">
            <a:solidFill>
              <a:srgbClr val="1124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prototype to platform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3880" y="1874520"/>
            <a:ext cx="2743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V1: generative drug discovery concept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V2.1: validated Streamlit ADMET app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V3: enterprise pharmaceutical AI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Early discovery teams need faster triage without hiding scientific uncertainty.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</a:rPr>
              <a:t>Attrition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856232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Promising compounds often fail for ADMET, safety, formulation, or exposure reasons.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14173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67912" y="1856232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Millions of possible molecules require rapid computational prioritization before synthesis/testing.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Trust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1856232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Scientists need prediction, confidence, explanation, and evidence — not just a black-box score.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784080" y="1554480"/>
            <a:ext cx="1097280" cy="1371600"/>
          </a:xfrm>
          <a:prstGeom prst="chevron">
            <a:avLst/>
          </a:prstGeom>
          <a:solidFill>
            <a:srgbClr val="3DDC9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</a:rPr>
              <a:t>Decision-support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9784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Rank compounds into advance / review / deprioritize / reject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Separate software validation from scientific validation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Make uncertainty explicit for stakeholders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review: V2.1 baseline vs V3 target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V3 keeps the deployable core and layers enterprise-grade capabilities on top.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Current deployable 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296265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pandas, numpy, scikit-learn, Streamlit, pytest; RDKit is optional/commented for cloud portability.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V3 scientific extensions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1764792"/>
            <a:ext cx="296265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RDKit, PyTorch Geometric, SHAP, MLflow, BioPython, sentence transformers, FAISS as optional full-stack dependencies.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0" y="132588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45389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Design decision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4192" y="1764792"/>
            <a:ext cx="277977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Two-tier requirements: lightweight default for deployment; full requirements for scientific workstation/cloud GPU environments.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10241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Default installation validates Streamlit, FastAPI, tests, and fallback cheminformatics.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Full installation enables real RDKit descriptors, GNN training, SHAP, RAG embeddings, and MLflow experiment management.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V3 enterprise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modular platform designed to evolve from demo to validated production models.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ChEMBL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PubChem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DrugBank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04288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RDKit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Fingerprints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Graphs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05656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Molecular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0248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GNNs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Transformers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Generation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ADMET + Toxicity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71616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Multi-task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Endpoints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Ranking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08392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2984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</a:rPr>
              <a:t>Reliability + XAI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72984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Uncertainty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SHAP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RAG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1124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43D"/>
                </a:solidFill>
              </a:rPr>
              <a:t>Apps + MLOps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74352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Streamlit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FastAPI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Docker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5400000">
            <a:off x="2130552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3931920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5733288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7534656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9336024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51960"/>
            <a:ext cx="9601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Seams allow trained models to replace transparent proxy functions.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Fallbacks keep the project deployable when heavy scientific libraries are unavailable.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and internal data integration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Production drug discovery models need curated source mapping, not a single ad hoc CSV.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ChEMBL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Bioactivity, assay, target, and compound data for model training and benchmarking.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PubChem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393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Compound lookup, canonical SMILES, identifiers, and public chemistry metadata.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DrugBank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Approved drug reference sets and target/interaction metadata via local exports.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57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BindingDB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257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Protein-ligand binding activities and affinity datasets via local exports.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3"/>
                </a:solidFill>
              </a:rPr>
              <a:t>Unified schema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9784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source, compound_id, name, smiles, target, activity, metadata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Offline demo records maintain reproducibility; online API calls can be enabled later.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Molecular AI model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Descriptor models remain interpretable; graph models learn molecular topology directly.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Descriptor 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Fast, interpretable, deployable; useful for early screening and stakeholder explanation.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0" y="13258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145389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Fingerprints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05072" y="176479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Morgan/hashed fingerprints capture substructure patterns for classical ML models.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13258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145389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Graph neural networks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22592" y="176479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PyTorch Geometric-ready interface for atom-bond message passing and multi-task learning.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34747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36027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05072" y="391363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Future molecule proposal loop can optimize target profile under ADMET constraints.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Multi-task ADMET and toxicity prediction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V3 predicts a panel of endpoints instead of over-optimizing a single score.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962FF"/>
          </a:solidFill>
          <a:ln w="12700">
            <a:solidFill>
              <a:srgbClr val="296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Oral absorption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7BEBB"/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BBB penetration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CYP inhibition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Clearance risk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1031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5A5F"/>
          </a:solidFill>
          <a:ln w="12700">
            <a:solidFill>
              <a:srgbClr val="FF5A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1945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21031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1243D"/>
          </a:solidFill>
          <a:ln w="12700">
            <a:solidFill>
              <a:srgbClr val="1124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1945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Overall toxicity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962FF"/>
          </a:solidFill>
          <a:ln w="12700">
            <a:solidFill>
              <a:srgbClr val="2962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1945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Drug-likeness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3"/>
                </a:solidFill>
              </a:rPr>
              <a:t>Decision output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98755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advance: strong profile with acceptable risk and reliability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review: promising but uncertain or mixed endpoint profile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deprioritize/reject: high toxicity, low drug-likeness, or invalid input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and uncertainty are first-class outputs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Every prediction should communicate confidence, not only a number.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453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Applicability domain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856232"/>
            <a:ext cx="25054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Are descriptors inside the training-like medicinal chemistry region?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7764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15453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Ensemble disagreement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42232" y="1856232"/>
            <a:ext cx="25054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Do independent model views agree on risk and developability?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8660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51192" y="15453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</a:rPr>
              <a:t>Decision boundary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51192" y="1856232"/>
            <a:ext cx="25054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Is the probability close to a threshold where action could change?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033"/>
                </a:solidFill>
              </a:rPr>
              <a:t>Output: confidence score · uncertainty score · reliability label · conformal-style intervals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 + literature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Model outputs are paired with feature attributions and scientific context.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45389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SHAP-ready XAI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764792"/>
            <a:ext cx="26883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Optional SHAP integration with fallback medicinal-chemistry attribution for deployable environments.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45389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PubMed-style RAG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1764792"/>
            <a:ext cx="26883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Retrieves evidence snippets on ADMET, GNNs, uncertainty, and explainability.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1325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45389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Stakeholder trust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82712" y="1764792"/>
            <a:ext cx="26883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Scientists can inspect why a molecule was flagged and what evidence supports the model view.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9509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Designed for auditability and scientific communication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Ready for PubMed, patents, internal reports, and assay documentation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and MLOps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The system is packaged as an application, API, container, and CI/CD-ready codebase.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Streamlit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Scientist-facing dashboard for SMILES input, ranked candidates, explanations, and CSV export.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FastAPI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Programmatic health, analyze, and lookup endpoints for enterprise integration.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Docker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0819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Reproducible local/cloud deployment with Streamlit and API service options.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4964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CI/CD + MLflow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1423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GitHub Actions validates tests; MLflow-ready tracking supports experiment lineage.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33"/>
                </a:solidFill>
              </a:rPr>
              <a:t>Production path: model registry · monitoring · calibration dashboard · governance review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Separate software validation from scientific validation.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45389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Software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764792"/>
            <a:ext cx="25968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Unit tests, Streamlit smoke test, FastAPI health check, Docker build, GitHub Actions.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45389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Model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1764792"/>
            <a:ext cx="25968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Train/validation/test split, external benchmarks, calibration, applicability-domain checks.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5389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Scientific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48472" y="1764792"/>
            <a:ext cx="25968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Prospective experimental testing, medicinal chemistry review, assay reproducibility.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</a:rPr>
              <a:t>Current V3 validates architecture and workflow; production requires curated experimental labels.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Interview talk track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concise story for pharmaceutical data science and ML engineering roles.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149840" cy="3977640"/>
          </a:xfrm>
          <a:prstGeom prst="roundRect">
            <a:avLst>
              <a:gd name="adj" fmla="val 2299"/>
            </a:avLst>
          </a:prstGeom>
          <a:solidFill>
            <a:srgbClr val="EAF2FF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464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62033"/>
                </a:solidFill>
              </a:rPr>
              <a:t>“I evolved a validated V2 ADMET Streamlit application into a V3 enterprise drug discovery AI platform. V3 accepts SMILES, calculates descriptors and graph-ready representations, predicts multi-task ADMET and toxicity endpoints, quantifies uncertainty and reliability, explains feature drivers, retrieves literature context, and exposes both Streamlit and FastAPI interfaces with Docker, MLflow-ready tracking, and CI/CD structure.”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4114800"/>
            <a:ext cx="9052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033"/>
                </a:solidFill>
              </a:rPr>
              <a:t>Limitation: proxy models are architecture-ready; production requires curated ADMET labels and external validation.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033"/>
                </a:solidFill>
              </a:rPr>
              <a:t>Next step: train GNN/multi-task model on ChEMBL/Tox21/ESOL/BBBP/ClinTox and calibrate uncertainty.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from portfolio to 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Clear steps for turning V3 into a validated pharmaceutical AI product.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53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1. Curate public 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76479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ChEMBL, Tox21, ESOL, BBBP, ClinTox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453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EBB"/>
                </a:solidFill>
              </a:rPr>
              <a:t>2. Train multi-task ADMET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176479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Shared encoder with endpoint heads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453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3. Add GNN 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39912" y="176479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PyTorch Geometric message passing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4. Calibrate uncertainty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368503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Conformal and external calibration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</a:rPr>
              <a:t>5. Integrate PubMed/patents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9432" y="368503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Vector DB and evidence citations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7532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1124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43D"/>
                </a:solidFill>
              </a:rPr>
              <a:t>6. Deploy governed service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39912" y="368503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Monitoring, registry, compliance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3"/>
                </a:solidFill>
              </a:rPr>
              <a:t>V3 = enterprise-ready story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The project demonstrates not only modeling, but system design, uncertainty communication, explainability, deployment, and stakeholder-facing product thinking.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0" y="11430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6952" y="127101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62FF"/>
                </a:solidFill>
              </a:rPr>
              <a:t>Portfolio progression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2" y="1581912"/>
            <a:ext cx="296265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V1: GenAI prototype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V2.1: validated pharma ML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V3: enterprise AI platform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52360" y="3657600"/>
            <a:ext cx="3291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6952" y="378561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Hiring relevance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16952" y="4096512"/>
            <a:ext cx="296265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Pharmaceutical Data Scientist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Computational Chemist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ML Engineer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AI Product / MLOps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V3 Enterprise Pharmaceutical AI Platform</dc:title>
  <dc:subject>Pharmaceutical GenAI Drug Discovery V3</dc:subject>
  <dc:creator>Yu Zhang</dc:creator>
  <cp:lastModifiedBy>Yu Zhang</cp:lastModifiedBy>
  <cp:revision>1</cp:revision>
  <dcterms:created xsi:type="dcterms:W3CDTF">2026-05-31T19:16:47Z</dcterms:created>
  <dcterms:modified xsi:type="dcterms:W3CDTF">2026-05-31T19:16:47Z</dcterms:modified>
</cp:coreProperties>
</file>