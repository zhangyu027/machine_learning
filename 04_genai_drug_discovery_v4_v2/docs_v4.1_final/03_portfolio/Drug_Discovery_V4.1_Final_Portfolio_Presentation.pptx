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92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2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43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08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3A5C"/>
                </a:solidFill>
              </a:defRPr>
            </a:pPr>
            <a:r>
              <a:t>Scientific ML Drug Discovery Platform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A69"/>
                </a:solidFill>
              </a:defRPr>
            </a:pPr>
            <a:r>
              <a:t>Scaffold-aware ADMET benchmarking · uncertainty-aware ranking · explainability · evidence retrieval · deployable MLOps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Portfolio research prototype, not a validated clinical or regulatory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Current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Reproducible benchmarks using real labeled molecular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Interview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Shows science, ML engineering, MLOps, and honest model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Early discovery teams need faster triage without hiding scientific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Attrition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Promising compounds often fail because of ADMET, safety, exposure, formulation, or toxicity.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Large molecular spaces require fast computational prioritization before synthesis and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Scientists need prediction, confidence, explanation, and evidence — not only a black-box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Decision output: advance / review / deprioritize / reject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Separate software validation from scientific validation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Make uncertainty and domain validity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project moves from benchmark readiness to a completed four-endpoint scientific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A69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V2/V3 demonstrated ADMET scoring, Streamlit UX, reliability, GNN readiness, RAG, API, and MLOps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V4.1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 hERG, BBBP, ClinTox, and Tox21 benchmarks</a:t>
            </a:r>
          </a:p>
          <a:p>
            <a:r>
              <a:t>Bemis–Murcko scaffold splits + leakage checks</a:t>
            </a:r>
          </a:p>
          <a:p>
            <a:r>
              <a:t>Bootstrap CI, ECE, applicability domain, reliability</a:t>
            </a:r>
          </a:p>
          <a:p>
            <a:r>
              <a:t>Multi-task Morgan MLP + GraphConv GNN</a:t>
            </a:r>
          </a:p>
          <a:p>
            <a:r>
              <a:t>Frozen all-model comparison with no invented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Completed evidence policy</a:t>
            </a:r>
          </a:p>
          <a:p>
            <a:r>
              <a:t>Real labeled datasets only</a:t>
            </a:r>
          </a:p>
          <a:p>
            <a:r>
              <a:t>Frozen benchmark metrics promoted to README</a:t>
            </a:r>
          </a:p>
          <a:p>
            <a:r>
              <a:t>No fabricated performance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modular workflow designed to evolve from demo to validated production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Data → Features → Models → Reliability → Evidence → Delivery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Seams allow proxy functions to be replaced by trained endpoint models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Fallbacks keep the project deployable when heavy scientific libraries are 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Benchmark dataset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demo molecules separate from frozen labeled scientific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data/demo_smiles.csv remains an unlabeled demo file for UI and generation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Completed benchmark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hERG — 651 labeled molecules</a:t>
            </a:r>
          </a:p>
          <a:p>
            <a:r>
              <a:t>BBBP — 2,039 labeled molecules</a:t>
            </a:r>
          </a:p>
          <a:p>
            <a:r>
              <a:t>ClinTox — 1,480 labeled molecules</a:t>
            </a:r>
          </a:p>
          <a:p>
            <a:r>
              <a:t>Tox21 — 7,258 labeled molecules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Do not invent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Fake labels can validate execution, but cannot support scientific performance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hERG: cardiac safety / ion-channel liability</a:t>
            </a:r>
          </a:p>
          <a:p>
            <a:r>
              <a:t>BBBP: blood-brain barrier penetration</a:t>
            </a:r>
          </a:p>
          <a:p>
            <a:r>
              <a:t>ClinTox: clinical toxicity benchmark</a:t>
            </a:r>
          </a:p>
          <a:p>
            <a:r>
              <a:t>Tox21: selected toxicity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Scientific benchmark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Scaffold-aware evaluation is the first gate against over-optimistic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Load labeled CSV → validate schema → scaffold split → train baselines → evaluate metrics → write report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Baselines: descriptor logistic regression and Morgan-fingerprint random forest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Metrics: ROC-AUC, PR-AUC, F1, balanced accuracy, Brier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Molecular AI model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Classical baselines remain essential before claiming deeper models add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Descriptors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Interpretable chemical properties; useful for baseline, calibration, and stakeholder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Fingerprints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Morgan fingerprints capture substructure patterns for strong classical ML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GraphConv molecular graphs were benchmarked directly against the classical and multi-task baselines.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Result: deeper models did not automatically beat leakage-safe classical baselines.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Reliability and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Every prediction should communicate confidence, not only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Applicability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molecule chemically similar to the training-like region?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Decision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probability close to a threshold where action could change?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Disagreement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 independent model views agree on risk and developability?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Outputs: confidence score · uncertainty score · reliability label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Low-confidence or out-of-domain candidates are routed to REVIEW, not automatically advanced.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Explainability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Model outputs are paired with feature drivers and scientific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Feature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Fallback medicinal-chemistry attribution highlights MW, LogP, TPSA, donors, acceptors, rotatable bonds, and QED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Literature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PubMed-style evidence can support review of ADMET, GNNs, uncertainty, toxicity, and mechanism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Retrieved literature supports human review; it does not validate predictions.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Prediction, evidence, and final decision remain explicitly separate.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Deployment and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is packaged as a scientist-facing app and enterprise-ready service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Interactive SMILES entry, ranked candidates, reliability notes, graph summary, evidence,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Health, analyze, and lookup endpoints for programmatic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Docker, CI/CD, MLflow-ready tracking, model registry, monitoring, and governance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A strong portfolio project shows both modeling and delivery.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V4.1 emphasizes reproducibility and honest model maturity.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Validation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Separate “the software runs” from “the model is scientifically validated.”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Software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Imports, unit tests, notebook, Streamlit smoke test, FastAPI health check, Docker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Model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Completed: scaffold split, bootstrap CI,</a:t>
            </a:r>
          </a:p>
          <a:p>
            <a:r>
              <a:t>calibration/ECE, applicability domain,</a:t>
            </a:r>
          </a:p>
          <a:p>
            <a:r>
              <a:t>reliability, and prevalence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Scientific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Prospective experimental testing, medicinal chemistry review, assay reproducibility.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Current status: four-endpoint benchmark complete. Next: external/temporal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GitHub publication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V4.1 release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-m pip install -e .</a:t>
            </a:r>
          </a:p>
          <a:p>
            <a:r>
              <a:t>pytest</a:t>
            </a:r>
          </a:p>
          <a:p>
            <a:r>
              <a:t>verify pharma_genai.__version__ == 4.1.0</a:t>
            </a:r>
          </a:p>
          <a:p>
            <a:r>
              <a:t>review frozen benchmark/report outputs</a:t>
            </a:r>
          </a:p>
          <a:p>
            <a:r>
              <a:t>git commit final V4.1 repository</a:t>
            </a:r>
          </a:p>
          <a:p>
            <a:r>
              <a:t>tag v4.1-scientific-benchmark</a:t>
            </a:r>
          </a:p>
          <a:p>
            <a:r>
              <a:t>avoid environments, caches, or fabricated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Interview talk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concise story for pharmaceutical data science and ML engineering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104241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One-sentence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59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 built a scientific ML drug-discovery platform to test whether model complexity improves scaffold-held-out ADMET performance. Across four endpoints, classical models won 23/24 metric comparisons; multi-task learning uniquely improved Tox21 average precision, while the simple GraphConv baseline did not outperform the strongest classical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Why it matters: model selection is driven by prevalence, calibration, chemical domain, and scientific error costs—not architecture novelty.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Roadmap from portfolio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benchmark phase is complete; the roadmap now focuses on stronger validation rather than test-driven tuning.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External / temporal validation</a:t>
            </a:r>
          </a:p>
          <a:p>
            <a:r>
              <a:t>Endpoint-specific error + chemotype analysis</a:t>
            </a:r>
          </a:p>
          <a:p>
            <a:r>
              <a:t>Probability calibration refinement</a:t>
            </a:r>
          </a:p>
          <a:p>
            <a:r>
              <a:t>Pre-registered stronger GNN / pretrained encoder experiments</a:t>
            </a:r>
          </a:p>
          <a:p>
            <a:r>
              <a:t>SHAP / substructure explanations</a:t>
            </a:r>
          </a:p>
          <a:p>
            <a:r>
              <a:t>MLflow registry + monitoring</a:t>
            </a:r>
          </a:p>
          <a:p>
            <a:r>
              <a:t>Governed cloud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= publication-ready portfolio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project demonstrates scientific modeling, evaluation discipline, system design, and responsible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Four real ADMET/toxicity endpoints</a:t>
            </a:r>
          </a:p>
          <a:p>
            <a:r>
              <a:t>Scaffold-aware validation + classical baselines</a:t>
            </a:r>
          </a:p>
          <a:p>
            <a:r>
              <a:t>Calibration + CI + applicability domain + reliability</a:t>
            </a:r>
          </a:p>
          <a:p>
            <a:r>
              <a:t>Multi-task Morgan MLP + GraphConv comparison</a:t>
            </a:r>
          </a:p>
          <a:p>
            <a:r>
              <a:t>23/24 final metric wins by classical models</a:t>
            </a:r>
          </a:p>
          <a:p>
            <a:r>
              <a:t>Targeted Tox21 multi-task AP improvement</a:t>
            </a:r>
          </a:p>
          <a:p>
            <a:r>
              <a:t>Streamlit/FastAPI/MLOps delivery pattern</a:t>
            </a:r>
          </a:p>
          <a:p>
            <a:r>
              <a:t>Explicit limitations + external-validation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033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Bottom line: complexity must earn its value under leakage-aware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Macintosh PowerPoint</Application>
  <PresentationFormat>Widescreen</PresentationFormat>
  <Paragraphs>341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V3 Enterprise Pharmaceutical AI Platform</dc:title>
  <dc:subject>Pharmaceutical GenAI Drug Discovery V3</dc:subject>
  <dc:creator>Yu Zhang</dc:creator>
  <cp:lastModifiedBy>Yu Zhang</cp:lastModifiedBy>
  <cp:revision>2</cp:revision>
  <dcterms:created xsi:type="dcterms:W3CDTF">2026-05-31T19:16:47Z</dcterms:created>
  <dcterms:modified xsi:type="dcterms:W3CDTF">2026-08-06T14:24:41Z</dcterms:modified>
</cp:coreProperties>
</file>