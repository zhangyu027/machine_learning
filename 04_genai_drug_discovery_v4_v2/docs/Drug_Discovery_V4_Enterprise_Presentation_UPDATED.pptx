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3A5C"/>
                </a:solidFill>
              </a:defRPr>
            </a:pPr>
            <a:r>
              <a:t>Scientific ML Drug Discovery Platform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A69"/>
                </a:solidFill>
              </a:defRPr>
            </a:pPr>
            <a:r>
              <a:t>Scaffold-aware ADMET benchmarking · uncertainty-aware ranking · explainability · evidence retrieval · deployable MLOps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Portfolio research prototype, not a validated clinical or regulatory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Current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Reproducible benchmarks using real labeled molecular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Interview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Shows science, ML engineering, MLOps, and honest model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Early discovery teams need faster triage without hiding scientific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Attrition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Promising compounds often fail because of ADMET, safety, exposure, formulation, or toxicity.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Large molecular spaces require fast computational prioritization before synthesis and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Scientists need prediction, confidence, explanation, and evidence — not only a black-box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Decision output: advance / review / deprioritize / reject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Separate software validation from scientific validation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Make uncertainty and domain validity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moves from platform architecture to scientific benchmark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A69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V2/V3 demonstrated ADMET scoring, Streamlit UX, reliability, GNN readiness, RAG, API, and MLOps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V4.1 now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Stable result schema, scaffold split modules, classical baselines, RDKit validity/canonicalization, and benchmark docs.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No invented metrics in README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BBBP works as first real labeled benchmark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ClinTox and Tox21 are recommended next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hERG deferred until assay curation is handled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modular workflow designed to evolve from demo to validated production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Data → Features → Models → Reliability → Evidence → Delivery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Seams allow proxy functions to be replaced by trained endpoint models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Fallbacks keep the project deployable when heavy scientific libraries are 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Benchmark dataset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Keep demo molecules separate from labeled scientific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data/demo_smiles.csv remains an unlabeled demo file for UI and generation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data/bbbp.csv, data/clintox.csv, and data/tox21_task0.csv should be generated as benchmark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Do not invent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Fake labels can validate execution, but cannot support scientific performance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BBBP: blood-brain barrier penetration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ClinTox: clinical toxicity labels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Tox21: select one endpoint and document the task name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hERG: add later using TDC or curated ChEMBL assay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Scientific benchmark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Scaffold-aware evaluation is the first gate against over-optimistic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Load labeled CSV → validate schema → scaffold split → train baselines → evaluate metrics → write report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Baselines: descriptor logistic regression and Morgan-fingerprint random forest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Metrics: ROC-AUC, PR-AUC, F1, balanced accuracy, Brier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Molecular AI model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Classical baselines remain essential before claiming deeper models add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Descriptors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Interpretable chemical properties; useful for baseline, calibration, and stakeholder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Fingerprints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Morgan fingerprints capture substructure patterns for strong classical ML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GNN-ready design supports atom-bond message passing when enough labeled data is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The right question is not “Can I use a GNN?” but “Does it beat leakage-safe baselines?”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V4.1 makes that comparison possible.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Reliability and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Every prediction should communicate confidence, not only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Applicability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molecule chemically similar to the training-like region?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Decision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probability close to a threshold where action could change?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Disagreement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 independent model views agree on risk and developability?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Outputs: confidence score · uncertainty score · reliability label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Low-confidence or out-of-domain candidates are routed to REVIEW, not automatically advanced.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Explainability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Model outputs are paired with feature drivers and scientific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Feature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Fallback medicinal-chemistry attribution highlights MW, LogP, TPSA, donors, acceptors, rotatable bonds, and QED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Literature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PubMed-style evidence can support review of ADMET, GNNs, uncertainty, toxicity, and mechanism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Retrieved literature supports human review; it does not validate predictions.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Prediction, evidence, and final decision remain explicitly separate.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Deployment and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is packaged as a scientist-facing app and enterprise-ready service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Interactive SMILES entry, ranked candidates, reliability notes, graph summary, evidence,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Health, analyze, and lookup endpoints for programmatic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Docker, CI/CD, MLflow-ready tracking, model registry, monitoring, and governance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A strong portfolio project shows both modeling and delivery.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V4.1 emphasizes reproducibility and honest model maturity.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Validation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Separate “the software runs” from “the model is scientifically validated.”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Software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Imports, unit tests, notebook, Streamlit smoke test, FastAPI health check, Docker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Model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Scaffold split, external datasets, calibration, confidence intervals, applicability domain.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Scientific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Prospective experimental testing, medicinal chemistry review, assay reproducibility.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Current status: architecture and benchmark workflow ready.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Production status requires curated labels and external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GitHub publication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Push only after imports, tests, and at least one real benchmark run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python -m pip install -e .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pytest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import pharma_genai and benchmark modules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run BBBP benchmark with PYTHONPATH=.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review README evidence policy and benchmark table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avoid committing virtual environments, caches, or fake benchmark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Interview talk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concise story for pharmaceutical data science and ML engineering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104241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One-sentence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59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 evolved a Streamlit ADMET demo into a scientific ML drug discovery platform with scaffold-aware benchmarking, uncertainty-aware ranking, explainability, evidence retrieval, and deployable MLOps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matters: reduces early triage risk while preserving transparency.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is credible: benchmark claims must come from real labeled datasets.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is transferable: same validation principles apply to clinical AI and regulated decision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Roadmap from portfolio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Clear milestones turn the platform into a validated pharmaceutical AI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ClinTox and Tox21 benchmarks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ROC/PR curves and calibration plots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hERG curation from TDC or ChEMBL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Calibrated multi-task ADMET model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GNN training and comparison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SHAP / substructure explanations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MLflow registry and monitoring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Governed cloud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= publication-ready portfolio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demonstrates modeling, evaluation, system design, and responsible scientific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End-to-end molecular ML workflow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Scaffold-aware validation and classical baselines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Uncertainty-aware candidate prioritization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Explainability and evidence separation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Streamlit/FastAPI/MLOps delivery pattern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Honest limitations and measurable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033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2825F"/>
                </a:solidFill>
              </a:defRPr>
            </a:pPr>
            <a:r>
              <a:t>Bottom line: reproducibility + uncertainty + human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