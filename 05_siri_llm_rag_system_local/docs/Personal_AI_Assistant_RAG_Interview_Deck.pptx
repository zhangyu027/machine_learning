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AI Assistant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Production-Oriented Local RAG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</a:t>
            </a:r>
          </a:p>
          <a:p>
            <a:r>
              <a:t>Chunking</a:t>
            </a:r>
          </a:p>
          <a:p>
            <a:r>
              <a:t>Embeddings</a:t>
            </a:r>
          </a:p>
          <a:p>
            <a:r>
              <a:t>FAISS</a:t>
            </a:r>
          </a:p>
          <a:p>
            <a:r>
              <a:t>Ollama</a:t>
            </a:r>
          </a:p>
          <a:p>
            <a:r>
              <a:t>FastAPI</a:t>
            </a:r>
          </a:p>
          <a:p>
            <a:r>
              <a:t>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Privacy-first</a:t>
            </a:r>
          </a:p>
          <a:p>
            <a:r>
              <a:t>Semantic Retrieval</a:t>
            </a:r>
          </a:p>
          <a:p>
            <a:r>
              <a:t>Evaluation</a:t>
            </a:r>
          </a:p>
          <a:p>
            <a:r>
              <a:t>Modular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Tradeoffs</a:t>
            </a:r>
          </a:p>
          <a:p>
            <a:r>
              <a:t>Scalability</a:t>
            </a:r>
          </a:p>
          <a:p>
            <a:r>
              <a:t>Future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